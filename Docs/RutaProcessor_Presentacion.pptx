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taller Ruta. Aclarar desde el inicio que no se realizó el video, pero sí esta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Aclarar: no se hizo video, se hizo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3657600" cy="3657600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01752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-731520"/>
            <a:ext cx="1463040" cy="1463040"/>
          </a:xfrm>
          <a:prstGeom prst="ellipse">
            <a:avLst/>
          </a:prstGeom>
          <a:solidFill>
            <a:srgbClr val="F05138">
              <a:alpha val="40000"/>
            </a:srgbClr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CALIFICADO · II CORTE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RutaProcessor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léxico y sintáctico del lenguaje Ruta, escrito en Swift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Daniel Castaño Montoya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Manizales · Ingeniería de Sistemas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51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Procesadores de Lenguajes · Docente Harold Morales · 2026-03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Ruta y qué se entrega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robot de entregas en el campus necesita un lenguaje propio, legible por todo el equipo.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502920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papel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80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formal, derivaciones, ambigüedad resuelta y tokens con sus patrones.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39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Swift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31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 y parser escritos a mano, sin generadores ni librerías de análisis.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1554480"/>
            <a:ext cx="3108960" cy="310896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76072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057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 esta entrega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6974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realizó el video de demostración. En su lugar se elaboró esta presentación, que explica el diseño, el funcionamiento y las pruebas del procesador.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LENGUAJE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programa Ruta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48056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 Tito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speed =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repeat 4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forward 10 * speed + 5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 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front_sensor &lt; 30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forward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volver a la 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463040"/>
            <a:ext cx="1600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64592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9552" y="171907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3591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forward, turn, stop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1463040"/>
            <a:ext cx="1600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69480" y="164592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42632" y="171907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057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3591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asignaciones y expresiones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3108960"/>
            <a:ext cx="1600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29184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59552" y="336499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4005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then / else / 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86600" y="3108960"/>
            <a:ext cx="1600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69480" y="329184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42632" y="336499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3703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40050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con bloque { }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LÉXICO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vocabulario de Ruta: tokens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reservadas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 forward turn if then else end …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palabras clave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29000" y="1645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[A-Za-z_][A-Za-z0-9_]*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Tito, speed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26480" y="1645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[0-9]+(\.[0-9]+)?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514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4, 30, 2.5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&lt; &gt; &lt;= &gt;= == !=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206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* speed + 5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1546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42900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Delimitadores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 ( ) =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206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4 {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315468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12648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NEWLINE · EOF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4206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instrucciones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ambigüedad desde el diseño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expresion = termino { (+|-) termino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termino   = factor  { (*|/) factor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    = NUMBER | IDENTIFIER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"(" expresion ")"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condicional = "if" condicion "then"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listaInstr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 "else" listaInstr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"end"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46304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57800" y="169164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0952" y="176479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Precedencia aritmética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* speed + 5 se lee (10 * speed) + 5: un único árbol de derivación.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154680"/>
            <a:ext cx="35661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257800" y="338328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30952" y="345643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else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794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if termina en end, así cada else pertenece sin dudas a su if.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PROCESADOR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 en Swift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.ruta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4630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19456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4630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4048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4630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14630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46304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0" y="14630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60604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278892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286207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Descenso recursivo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de Parser.swift por cada no terminal de la gramática.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46120" y="260604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278892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02152" y="286207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2900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útiles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error indica la línea, la columna y el motivo del fallo.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0" y="2606040"/>
            <a:ext cx="25146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788920"/>
            <a:ext cx="274320" cy="274320"/>
          </a:xfrm>
          <a:prstGeom prst="ellipse">
            <a:avLst/>
          </a:prstGeom>
          <a:solidFill>
            <a:srgbClr val="FDE3DC"/>
          </a:solidFill>
          <a:ln w="12700">
            <a:solidFill>
              <a:srgbClr val="FDE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2862072"/>
            <a:ext cx="128016" cy="128016"/>
          </a:xfrm>
          <a:prstGeom prst="ellipse">
            <a:avLst/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6480" y="32004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Swift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356616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"\r\n" es un solo Character; se separa con unicodeScalars.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y siguientes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correcto.ruta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aceptado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77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incorrecto.ruta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sintáctico en la línea 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ambiguo.ruta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Aceptado como (10 * speed) + 5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F05138"/>
          </a:solidFill>
          <a:ln w="12700">
            <a:solidFill>
              <a:srgbClr val="F051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0574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decide si un operador es prefijo, infijo o postfijo según los espacios. Llevarlo a Ruta con operadores propios y precedencia configurable.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github.com/Dajumaks/RutaProcessor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RutaProcessor</dc:title>
  <dc:subject>PptxGenJS Presentation</dc:subject>
  <dc:creator>Josue Daniel Castaño Montoya</dc:creator>
  <cp:lastModifiedBy>Josue Daniel Castaño Montoya</cp:lastModifiedBy>
  <cp:revision>1</cp:revision>
  <dcterms:created xsi:type="dcterms:W3CDTF">2026-10-22T09:39:51Z</dcterms:created>
  <dcterms:modified xsi:type="dcterms:W3CDTF">2026-10-22T09:39:51Z</dcterms:modified>
</cp:coreProperties>
</file>